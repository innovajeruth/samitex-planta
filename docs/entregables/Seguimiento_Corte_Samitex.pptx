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292608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4C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SAMITEX PLANTA  -  MODULO DE CORTE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Seguimiento de Fases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Corte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sistema y proximos pasos para gerencia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547872"/>
            <a:ext cx="1645920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840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0" y="3840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- uso interno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hace este modulo?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188720"/>
          </a:xfrm>
          <a:prstGeom prst="roundRect">
            <a:avLst>
              <a:gd name="adj" fmla="val 9231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789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OF ya esta activa y los insumos estan en planta.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35608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Registrar si cada fase de corte se completo y cuando ocurrio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423160"/>
            <a:ext cx="2697480" cy="640080"/>
          </a:xfrm>
          <a:prstGeom prst="roundRect">
            <a:avLst>
              <a:gd name="adj" fmla="val 17143"/>
            </a:avLst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788920"/>
            <a:ext cx="269748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2468880"/>
            <a:ext cx="548640" cy="54864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66928" y="3127248"/>
            <a:ext cx="24780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completo?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3547872"/>
            <a:ext cx="24780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por fase: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pendiente, en curso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completada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55848" y="2423160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55848" y="2423160"/>
            <a:ext cx="2697480" cy="640080"/>
          </a:xfrm>
          <a:prstGeom prst="roundRect">
            <a:avLst>
              <a:gd name="adj" fmla="val 17143"/>
            </a:avLst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3355848" y="2788920"/>
            <a:ext cx="269748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61688" y="2468880"/>
            <a:ext cx="548640" cy="54864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61688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465576" y="3127248"/>
            <a:ext cx="24780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empezo?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65576" y="3547872"/>
            <a:ext cx="24780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y hora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real grabadas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automaticamente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54496" y="2423160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54496" y="2423160"/>
            <a:ext cx="2697480" cy="640080"/>
          </a:xfrm>
          <a:prstGeom prst="roundRect">
            <a:avLst>
              <a:gd name="adj" fmla="val 17143"/>
            </a:avLst>
          </a:prstGeom>
          <a:solidFill>
            <a:srgbClr val="0D9488"/>
          </a:solidFill>
          <a:ln/>
        </p:spPr>
      </p:sp>
      <p:sp>
        <p:nvSpPr>
          <p:cNvPr id="22" name="Shape 20"/>
          <p:cNvSpPr/>
          <p:nvPr/>
        </p:nvSpPr>
        <p:spPr>
          <a:xfrm>
            <a:off x="6254496" y="2788920"/>
            <a:ext cx="269748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60336" y="2468880"/>
            <a:ext cx="548640" cy="54864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60336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364224" y="3127248"/>
            <a:ext cx="24780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termino?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64224" y="3547872"/>
            <a:ext cx="24780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y hora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real grabadas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automaticamente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captura de datos por fase (eficiencia, temperatura, paquetes, QR). Solo: completado + tiempos.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Diagnostico: que tan listo esta?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200400" cy="3794760"/>
          </a:xfrm>
          <a:prstGeom prst="roundRect">
            <a:avLst>
              <a:gd name="adj" fmla="val 4286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417320"/>
            <a:ext cx="3200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modulo ya esta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858768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C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infraestructura existe.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4C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faltan ajustes finales.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31920" y="10241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F1 - Tizado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078992"/>
            <a:ext cx="2606040" cy="237744"/>
          </a:xfrm>
          <a:prstGeom prst="roundRect">
            <a:avLst>
              <a:gd name="adj" fmla="val 15385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1078992"/>
            <a:ext cx="2345436" cy="237744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83880" y="102412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31920" y="14813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F2 - Tendido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1536192"/>
            <a:ext cx="2606040" cy="237744"/>
          </a:xfrm>
          <a:prstGeom prst="roundRect">
            <a:avLst>
              <a:gd name="adj" fmla="val 15385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1536192"/>
            <a:ext cx="2345436" cy="237744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148132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0" y="19385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F3 - Corte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0" y="1993392"/>
            <a:ext cx="2606040" cy="237744"/>
          </a:xfrm>
          <a:prstGeom prst="roundRect">
            <a:avLst>
              <a:gd name="adj" fmla="val 15385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0" y="1993392"/>
            <a:ext cx="2345436" cy="237744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83880" y="193852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0" y="23957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F4 - Numerado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0" y="2450592"/>
            <a:ext cx="2606040" cy="237744"/>
          </a:xfrm>
          <a:prstGeom prst="roundRect">
            <a:avLst>
              <a:gd name="adj" fmla="val 15385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0" y="2450592"/>
            <a:ext cx="2345436" cy="237744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83880" y="239572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31920" y="28529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F5 - Fusionado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0" y="2907792"/>
            <a:ext cx="2606040" cy="237744"/>
          </a:xfrm>
          <a:prstGeom prst="roundRect">
            <a:avLst>
              <a:gd name="adj" fmla="val 15385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0" y="2907792"/>
            <a:ext cx="2345436" cy="237744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83880" y="285292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31920" y="33101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F6 - Calidad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0" y="3364992"/>
            <a:ext cx="2606040" cy="237744"/>
          </a:xfrm>
          <a:prstGeom prst="roundRect">
            <a:avLst>
              <a:gd name="adj" fmla="val 15385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0" y="3364992"/>
            <a:ext cx="2084832" cy="237744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83880" y="331012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31920" y="37673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F7 - Habilitado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0" y="3822192"/>
            <a:ext cx="2606040" cy="237744"/>
          </a:xfrm>
          <a:prstGeom prst="roundRect">
            <a:avLst>
              <a:gd name="adj" fmla="val 15385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0" y="3822192"/>
            <a:ext cx="2084832" cy="237744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83880" y="376732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931920" y="42245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Despacho Costura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0" y="4279392"/>
            <a:ext cx="2606040" cy="237744"/>
          </a:xfrm>
          <a:prstGeom prst="roundRect">
            <a:avLst>
              <a:gd name="adj" fmla="val 15385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83880" y="422452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ya funciona hoy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133088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61288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612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fase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39903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 por fase que graba la hora y fecha de inicio automaticamente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18888" y="960120"/>
            <a:ext cx="4133088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01768" y="1161288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01768" y="11612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779008" y="10515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fase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79008" y="139903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que cierra la fase y registra la hora y fecha de fin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075688"/>
            <a:ext cx="4133088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276856"/>
            <a:ext cx="594360" cy="59436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27685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216712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en tiempo real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2514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visual: pendiente, en curso, completada, bloqueada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18888" y="2075688"/>
            <a:ext cx="4133088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01768" y="2276856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01768" y="227685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779008" y="216712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secuencial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79008" y="2514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iniciar la siguiente fase sin que la anterior este iniciada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191256"/>
            <a:ext cx="4133088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392424"/>
            <a:ext cx="594360" cy="5943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39242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||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17320" y="328269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paradas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17320" y="363016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Motivo, duracion y observaciones de cada interrupcion por fase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18888" y="3191256"/>
            <a:ext cx="4133088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01768" y="3392424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01768" y="339242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779008" y="328269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Semaforo de riesgo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779008" y="363016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cuando una OF esta en peligro de no llegar a la fecha APT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343400"/>
            <a:ext cx="8229600" cy="411480"/>
          </a:xfrm>
          <a:prstGeom prst="roundRect">
            <a:avLst>
              <a:gd name="adj" fmla="val 1555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3434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Todo esto ya esta en produccion - no requiere desarrollo adicional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brechas para completar el modulo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822960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1792" y="1344168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3441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44752" y="1170432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una fase sin contar piezas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44752" y="1545336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actual requiere seleccionar piezas y cantidades. Se necesita un boton que cierre la fase con un solo clic.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76288" y="1261872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6876288" y="126187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horas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76288" y="1746504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76288" y="174650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Esfuerzo: Bajo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822960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" y="2642616"/>
            <a:ext cx="640080" cy="6400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64261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44752" y="2468880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de despacho a Costura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44752" y="2843784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ultima fase termina, no hay registro formal de cuando salieron las piezas ni quien las recibio en Costura.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76288" y="256032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6876288" y="25603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dia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76288" y="3044952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76288" y="304495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Esfuerzo: Bajo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675888"/>
            <a:ext cx="822960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" y="3941064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94106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444752" y="376732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diario automatico a Planeamiento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44752" y="4142232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avance existe en tiempo real, pero Planeamiento tiene que entrar al sistema. Falta envio automatico al cierre del dia.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76288" y="3858768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6876288" y="385876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dia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76288" y="4343400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76288" y="43434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Esfuerzo: Bajo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accion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3 dias de trabajo el modulo llega al 95% de cumplimiento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42416" y="2331720"/>
            <a:ext cx="27432" cy="2743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72768"/>
            <a:ext cx="822960" cy="822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7276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00200" y="1417320"/>
            <a:ext cx="7086600" cy="1051560"/>
          </a:xfrm>
          <a:prstGeom prst="roundRect">
            <a:avLst>
              <a:gd name="adj" fmla="val 8696"/>
            </a:avLst>
          </a:prstGeom>
          <a:solidFill>
            <a:srgbClr val="253C5B"/>
          </a:solidFill>
          <a:ln/>
        </p:spPr>
      </p:sp>
      <p:sp>
        <p:nvSpPr>
          <p:cNvPr id="8" name="Text 6"/>
          <p:cNvSpPr/>
          <p:nvPr/>
        </p:nvSpPr>
        <p:spPr>
          <a:xfrm>
            <a:off x="1783080" y="1508760"/>
            <a:ext cx="6720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 Marcar fase completa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83080" y="1892808"/>
            <a:ext cx="6720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clic cierra la fase y graba el tiempo de fin. El endpoint ya existe, solo se agrega el boton en la pantalla de seguimiento.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42416" y="3520440"/>
            <a:ext cx="27432" cy="2743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761488"/>
            <a:ext cx="822960" cy="8229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76148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00200" y="2606040"/>
            <a:ext cx="7086600" cy="1051560"/>
          </a:xfrm>
          <a:prstGeom prst="roundRect">
            <a:avLst>
              <a:gd name="adj" fmla="val 8696"/>
            </a:avLst>
          </a:prstGeom>
          <a:solidFill>
            <a:srgbClr val="253C5B"/>
          </a:solidFill>
          <a:ln/>
        </p:spPr>
      </p:sp>
      <p:sp>
        <p:nvSpPr>
          <p:cNvPr id="14" name="Text 12"/>
          <p:cNvSpPr/>
          <p:nvPr/>
        </p:nvSpPr>
        <p:spPr>
          <a:xfrm>
            <a:off x="1783080" y="2697480"/>
            <a:ext cx="6720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Despacho a Costura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83080" y="3081528"/>
            <a:ext cx="6720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 en la OF completada que registra fecha, hora y quien despacho las piezas. Dos campos nuevos en la base de datos.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3950208"/>
            <a:ext cx="822960" cy="82296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9502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00200" y="3794760"/>
            <a:ext cx="7086600" cy="1051560"/>
          </a:xfrm>
          <a:prstGeom prst="roundRect">
            <a:avLst>
              <a:gd name="adj" fmla="val 8696"/>
            </a:avLst>
          </a:prstGeom>
          <a:solidFill>
            <a:srgbClr val="253C5B"/>
          </a:solidFill>
          <a:ln/>
        </p:spPr>
      </p:sp>
      <p:sp>
        <p:nvSpPr>
          <p:cNvPr id="19" name="Text 17"/>
          <p:cNvSpPr/>
          <p:nvPr/>
        </p:nvSpPr>
        <p:spPr>
          <a:xfrm>
            <a:off x="1783080" y="3886200"/>
            <a:ext cx="6720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diario automatico a Planeamiento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83080" y="4270248"/>
            <a:ext cx="6720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programada a las 18:00 en el Bot de Telegram existente. Envia estado de cada OF activa con semaforo de riesgo.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029200" cy="5029200"/>
          </a:xfrm>
          <a:prstGeom prst="ellipse">
            <a:avLst/>
          </a:prstGeom>
          <a:solidFill>
            <a:srgbClr val="0A766E">
              <a:alpha val="50000"/>
            </a:srgbClr>
          </a:solidFill>
          <a:ln w="12700">
            <a:solidFill>
              <a:srgbClr val="0A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1645920"/>
            <a:ext cx="4114800" cy="4114800"/>
          </a:xfrm>
          <a:prstGeom prst="ellipse">
            <a:avLst/>
          </a:prstGeom>
          <a:solidFill>
            <a:srgbClr val="028F86">
              <a:alpha val="45000"/>
            </a:srgbClr>
          </a:solidFill>
          <a:ln w="12700">
            <a:solidFill>
              <a:srgbClr val="028F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infraestructura ya existe.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dias para completar el modulo.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definidas  -  Tiempos reales  -  UI en tiempo real  -  Semaforo de riesgo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71800"/>
            <a:ext cx="7498080" cy="566928"/>
          </a:xfrm>
          <a:prstGeom prst="roundRect">
            <a:avLst>
              <a:gd name="adj" fmla="val 1129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3090672"/>
            <a:ext cx="329184" cy="3291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44752" y="297180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ya funciona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32120" y="297180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58000" y="297180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produccion hoy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630168"/>
            <a:ext cx="7498080" cy="566928"/>
          </a:xfrm>
          <a:prstGeom prst="roundRect">
            <a:avLst>
              <a:gd name="adj" fmla="val 1129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" y="3749040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44752" y="363016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brechas a completar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32120" y="3630168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dias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858000" y="363016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esfuerzo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4288536"/>
            <a:ext cx="7498080" cy="566928"/>
          </a:xfrm>
          <a:prstGeom prst="roundRect">
            <a:avLst>
              <a:gd name="adj" fmla="val 1129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69264" y="4407408"/>
            <a:ext cx="329184" cy="32918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44752" y="428853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tras los ajustes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532120" y="4288536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858000" y="428853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completo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Seguimiento de Fases de Corte - Samitex Planta</dc:title>
  <dc:subject>PptxGenJS Presentation</dc:subject>
  <dc:creator>Samitex Planta</dc:creator>
  <cp:lastModifiedBy>Samitex Planta</cp:lastModifiedBy>
  <cp:revision>1</cp:revision>
  <dcterms:created xsi:type="dcterms:W3CDTF">2026-07-03T21:54:33Z</dcterms:created>
  <dcterms:modified xsi:type="dcterms:W3CDTF">2026-07-03T21:54:33Z</dcterms:modified>
</cp:coreProperties>
</file>